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405F4-98F1-4298-98A9-26636072772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6598-7183-42D7-99C2-436791D0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7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TO GET MRV REPORT AS WE NEEDED DAY OR MONTHS NEED TO GO PURCHASE ORDERS: </a:t>
            </a:r>
            <a:r>
              <a:rPr lang="en-US" sz="1400" b="1" dirty="0">
                <a:solidFill>
                  <a:srgbClr val="00B0F0"/>
                </a:solidFill>
                <a:highlight>
                  <a:srgbClr val="FFFF00"/>
                </a:highlight>
              </a:rPr>
              <a:t>P/0 ANALYTICAL REPORTS </a:t>
            </a:r>
            <a:r>
              <a:rPr lang="en-US" dirty="0">
                <a:highlight>
                  <a:srgbClr val="FFFF00"/>
                </a:highlight>
              </a:rPr>
              <a:t>THEN </a:t>
            </a:r>
            <a:r>
              <a:rPr lang="en-US" sz="1400" b="1" dirty="0">
                <a:highlight>
                  <a:srgbClr val="FFFF00"/>
                </a:highlight>
              </a:rPr>
              <a:t>PO RECEIPT LISTING CATEGORY REP</a:t>
            </a:r>
            <a:r>
              <a:rPr lang="en-US" dirty="0">
                <a:highlight>
                  <a:srgbClr val="FFFF00"/>
                </a:highlight>
              </a:rPr>
              <a:t>. THEN AS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6598-7183-42D7-99C2-436791D074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18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A882-27A8-444E-B25F-0C1D62518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A3F41-A3AC-4123-95EF-B3D56C8F2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93A0-4415-40CF-8961-B7630F0F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62996-C522-49D0-B3E6-0FD64652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8721-551E-40BD-B4C1-10A5D547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EE0B-23B7-4258-87FF-089E52A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06EF-A223-45C6-A484-DF82109E0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4332D-793C-4285-B8A9-3AF3B2F9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E5AD-E326-4C80-A2E0-CC92D2FB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C3388-CF87-474E-B2E6-972044D2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4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148E-1B07-4E1D-9EC4-3E8E94F9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699E8-652C-4E32-B2F6-2458789C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1446-6C13-4711-8F48-E319B0E5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EE1D-6ACB-48B9-AE05-E1476635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C75B-C72C-44F9-A04A-291EE9B6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7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E36C-9FFF-4F37-A372-902159D8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8C27-2489-4D6E-B036-BA8075942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1CAA5-F18B-4E3B-9D98-81C5AEDD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3CD6C-5E0C-4C32-BA74-262D1FA0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21226-D734-497D-8C81-AA636A6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D28C5-4F7F-4B32-8EA0-244565F3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9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1CA6-251E-42C0-8DAE-BFB6D08F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3B164-FBEE-4BDB-A53E-219FDE18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5254C-F6A8-4D90-BCAE-181B40D1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40723-4EA1-405E-A636-294965275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09282-A3E2-420B-88DB-EB37642DE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45B86-6088-43C3-94FC-B8DF9E09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39D63-EEC0-4FB4-84EB-E16069EC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628CB-8B4F-497B-B135-2AB5F06A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BAD0-8812-4636-B98A-A2472A44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A54B2-9EC7-4BD4-85D7-853CAF54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7A422-D721-402B-96E6-BCBC25F0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AA85-E0EA-416C-B986-B6EF304E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D56C4-61A0-460C-B0B2-CBD78B10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CD52C-C545-47F0-A675-8B927BF1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9B6B-6DB5-43F7-A0FA-1E8192B9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CA92-B942-48A5-9CFE-9994352D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1EF9-D0E2-44D7-B9F5-12E28D0D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D31A4-91D4-4A1E-A270-75676F45D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B210A-D90E-456E-913E-770EA2E4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53DE-A0DC-42EF-83A8-B66A58C0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59468-3979-4867-9B68-6AB81B9F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1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E614-3263-4D20-A8EE-3B54D9D0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8FB57-E265-4B99-82C9-C7238B248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DB62E-F9C9-4EB9-88B2-529C707BA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1A8B2-5562-496A-BB0B-9099E687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20667-1CBE-4D1F-9427-6D3EDA1F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1995D-329C-47B4-996B-C317B28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6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8E7C-7B29-4298-8B9C-AD17D9B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FD3D7-C8B1-443B-8068-2F26AEC11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D73CE-EF44-4B3D-93E6-3BDE4867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4B5C7-203F-4CAE-ACC9-2AC462FA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C074-779F-4E9C-8DEA-C2A43839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14C29-C9C4-4718-96E2-71E88BC19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6BF67-A58C-4975-9952-277A004BF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A228C-7DB1-466A-BA8C-E707106E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01BA-E048-4007-991B-244FB26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BA0B9-8415-40EB-A95B-802DE8B2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54C00-5FD0-4F3B-AE3C-DCB761AC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335A-7827-490C-A45F-335AB9E3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68F2-9EF8-49AB-A965-C200B4F2F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8BE0D-6C13-46DF-A9CC-8929E99DC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C3E6-8870-4890-9CFC-7AD7940F9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8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E6AE-8AE3-B07D-6B9A-EDA9F201D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8D2B6-4875-4B16-D910-A03203E4B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255" y="1711105"/>
            <a:ext cx="10330004" cy="505183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6A602-B4E9-14E1-47F8-73A660C10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928539" cy="614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AF38-DDB5-F8D5-910E-F4209496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FILL AS REQUIRED DATES AND OTHER AS BELOW THEN CLICK </a:t>
            </a:r>
            <a:r>
              <a:rPr lang="en-US" sz="2000" b="1" dirty="0"/>
              <a:t>OK </a:t>
            </a:r>
            <a:r>
              <a:rPr lang="en-US" sz="2000"/>
              <a:t>WILL GET REPORT ON EXCELL SHEET AND ORGANISE AS NEEDED.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D66FE-CB4A-63EA-1DD1-6B767BDC1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082" y="1825624"/>
            <a:ext cx="10515600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3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54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FILL AS REQUIRED DATES AND OTHER AS BELOW THEN CLICK OK WILL GET REPORT ON EXCELL SHEET AND ORGANISE AS NEEDED.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STOCK   ITEMS</dc:title>
  <dc:creator>Narsimha ReddyYerabapu</dc:creator>
  <cp:lastModifiedBy>Narsimha Reddy Yerabapu</cp:lastModifiedBy>
  <cp:revision>16</cp:revision>
  <cp:lastPrinted>2026-07-27T08:48:26Z</cp:lastPrinted>
  <dcterms:created xsi:type="dcterms:W3CDTF">2018-12-30T05:38:17Z</dcterms:created>
  <dcterms:modified xsi:type="dcterms:W3CDTF">2026-07-27T10:17:56Z</dcterms:modified>
</cp:coreProperties>
</file>