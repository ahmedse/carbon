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CFFEE-4016-47B5-9D69-090C3EED699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41F556-CB29-43B6-AA6A-A50F1C2F6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575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GET AGED INVENTORY CAN GET DEPARTMENTS WISE TOTAL STOCK AND TOTAL VALU ONE TIME ALL DEPARTMENTS. INVENTORY CONTROL: </a:t>
            </a:r>
            <a:r>
              <a:rPr lang="en-US" sz="1600" b="1" dirty="0"/>
              <a:t>I/C STOCK CONTROL REPORTS </a:t>
            </a:r>
            <a:r>
              <a:rPr lang="en-US" dirty="0"/>
              <a:t>THEN </a:t>
            </a:r>
            <a:r>
              <a:rPr lang="en-US" sz="1400" b="1" dirty="0"/>
              <a:t>AGED INVENTORY </a:t>
            </a:r>
            <a:r>
              <a:rPr lang="en-US" sz="1400" b="0" dirty="0"/>
              <a:t>AND FILL ALL THE DETAILS THEN CLICK PRINT. WILL GET REPORT AS BELOW.</a:t>
            </a:r>
            <a:endParaRPr lang="en-US" sz="1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41F556-CB29-43B6-AA6A-A50F1C2F68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15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AA882-27A8-444E-B25F-0C1D625188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A3F41-A3AC-4123-95EF-B3D56C8F2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193A0-4415-40CF-8961-B7630F0FA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62996-C522-49D0-B3E6-0FD646528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58721-551E-40BD-B4C1-10A5D547A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163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CEE0B-23B7-4258-87FF-089E52AB6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606EF-A223-45C6-A484-DF82109E0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4332D-793C-4285-B8A9-3AF3B2F99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4E5AD-E326-4C80-A2E0-CC92D2FB2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C3388-CF87-474E-B2E6-972044D24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41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5148E-1B07-4E1D-9EC4-3E8E94F97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699E8-652C-4E32-B2F6-2458789C9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B1446-6C13-4711-8F48-E319B0E5B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4EE1D-6ACB-48B9-AE05-E14766350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5C75B-C72C-44F9-A04A-291EE9B64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770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8E36C-9FFF-4F37-A372-902159D80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68C27-2489-4D6E-B036-BA80759420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1CAA5-F18B-4E3B-9D98-81C5AEDD3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3CD6C-5E0C-4C32-BA74-262D1FA06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B21226-D734-497D-8C81-AA636A610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D28C5-4F7F-4B32-8EA0-244565F32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893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01CA6-251E-42C0-8DAE-BFB6D08F1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3B164-FBEE-4BDB-A53E-219FDE18A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5254C-F6A8-4D90-BCAE-181B40D1A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D40723-4EA1-405E-A636-2949652754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709282-A3E2-420B-88DB-EB37642DE0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245B86-6088-43C3-94FC-B8DF9E09D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139D63-EEC0-4FB4-84EB-E16069EC7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2628CB-8B4F-497B-B135-2AB5F06A1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464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3BAD0-8812-4636-B98A-A2472A44D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A54B2-9EC7-4BD4-85D7-853CAF54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7A422-D721-402B-96E6-BCBC25F03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3AA85-E0EA-416C-B986-B6EF304E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045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1D56C4-61A0-460C-B0B2-CBD78B102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6CD52C-C545-47F0-A675-8B927BF1B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E9B6B-6DB5-43F7-A0FA-1E8192B91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50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8CA92-B942-48A5-9CFE-9994352DE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E1EF9-D0E2-44D7-B9F5-12E28D0D7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FD31A4-91D4-4A1E-A270-75676F45D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DB210A-D90E-456E-913E-770EA2E4E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753DE-A0DC-42EF-83A8-B66A58C06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59468-3979-4867-9B68-6AB81B9F4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711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CE614-3263-4D20-A8EE-3B54D9D08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F8FB57-E265-4B99-82C9-C7238B2485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3DB62E-F9C9-4EB9-88B2-529C707BA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1A8B2-5562-496A-BB0B-9099E6870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20667-1CBE-4D1F-9427-6D3EDA1F4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1995D-329C-47B4-996B-C317B28AA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862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B8E7C-7B29-4298-8B9C-AD17D9B45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0FD3D7-C8B1-443B-8068-2F26AEC111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D73CE-EF44-4B3D-93E6-3BDE48673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4B5C7-203F-4CAE-ACC9-2AC462FA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DC074-779F-4E9C-8DEA-C2A438397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95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214C29-C9C4-4718-96E2-71E88BC19D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D6BF67-A58C-4975-9952-277A004BF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A228C-7DB1-466A-BA8C-E707106E1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301BA-E048-4007-991B-244FB264E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BA0B9-8415-40EB-A95B-802DE8B29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920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354C00-5FD0-4F3B-AE3C-DCB761ACC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9335A-7827-490C-A45F-335AB9E38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D68F2-9EF8-49AB-A965-C200B4F2F7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2503D-C619-4F86-93C3-ED0BD221A9B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8BE0D-6C13-46DF-A9CC-8929E99DC0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4C3E6-8870-4890-9CFC-7AD7940F9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2A6F7-6F73-4602-B842-0A6A4B6AA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884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7B93D-8348-DDE5-A90A-F134C77EFA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8475"/>
            <a:ext cx="9144000" cy="1367074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690625-D3DF-A1CF-E995-EC01D8B3EA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5757" y="2037029"/>
            <a:ext cx="10492967" cy="411027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13480D-8584-A68D-EBD9-987EE1257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300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C1465-D8BE-ADDF-6A1F-1FEB6FEA2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WILL GET CLEARLY DEPARTMENT WISE. THEN </a:t>
            </a:r>
            <a:r>
              <a:rPr lang="en-US" b="1" dirty="0"/>
              <a:t>EXPORT</a:t>
            </a:r>
            <a:r>
              <a:rPr lang="en-US" dirty="0"/>
              <a:t> TO EXCEL AND ORGANISE AS NEEDED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38D09F-66D7-DF0F-F8E7-186DF1EF24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9411" y="1825624"/>
            <a:ext cx="9760016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037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60</Words>
  <Application>Microsoft Office PowerPoint</Application>
  <PresentationFormat>Widescreen</PresentationFormat>
  <Paragraphs>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Office Theme</vt:lpstr>
      <vt:lpstr>PowerPoint Presentation</vt:lpstr>
      <vt:lpstr>WILL GET CLEARLY DEPARTMENT WISE. THEN EXPORT TO EXCEL AND ORGANISE AS NEEDED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STOCK   ITEMS</dc:title>
  <dc:creator>Narsimha ReddyYerabapu</dc:creator>
  <cp:lastModifiedBy>Narsimha Reddy Yerabapu</cp:lastModifiedBy>
  <cp:revision>16</cp:revision>
  <cp:lastPrinted>2026-07-27T08:48:26Z</cp:lastPrinted>
  <dcterms:created xsi:type="dcterms:W3CDTF">2018-12-30T05:38:17Z</dcterms:created>
  <dcterms:modified xsi:type="dcterms:W3CDTF">2026-07-27T10:35:55Z</dcterms:modified>
</cp:coreProperties>
</file>